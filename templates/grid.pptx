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74519"/>
            <a:ext cx="10515600" cy="1737360"/>
          </a:xfrm>
        </p:spPr>
        <p:txBody>
          <a:bodyPr wrap="square"/>
          <a:lstStyle/>
          <a:p>
            <a:pPr algn="l"/>
            <a:r>
              <a:rPr lang="en-US" smtClean="0" sz="4400" b="1">
                <a:solidFill>
                  <a:srgbClr val="0F172A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109728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2000" b="0">
                <a:solidFill>
                  <a:srgbClr val="334155"/>
                </a:solidFill>
                <a:latin typeface="Calibri"/>
              </a:rPr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868680"/>
          </a:xfrm>
        </p:spPr>
        <p:txBody>
          <a:bodyPr wrap="square"/>
          <a:lstStyle/>
          <a:p>
            <a:pPr algn="l"/>
            <a:r>
              <a:rPr lang="en-US" smtClean="0" sz="3000" b="1">
                <a:solidFill>
                  <a:srgbClr val="0F172A"/>
                </a:solidFill>
                <a:latin typeface="Calibr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417320"/>
            <a:ext cx="10515600" cy="4480560"/>
          </a:xfrm>
        </p:spPr>
        <p:txBody>
          <a:bodyPr wrap="square"/>
          <a:lstStyle/>
          <a:p>
            <a:pPr lvl="0" algn="l"/>
            <a:r>
              <a:rPr lang="en-US" smtClean="0" sz="1900" b="0">
                <a:solidFill>
                  <a:srgbClr val="334155"/>
                </a:solidFill>
                <a:latin typeface="Calibri"/>
              </a:rPr>
              <a:t>Click to edit Master text styles</a:t>
            </a:r>
          </a:p>
          <a:p>
            <a:pPr lvl="1" algn="l"/>
            <a:r>
              <a:rPr lang="en-US" smtClean="0" sz="1900" b="0">
                <a:solidFill>
                  <a:srgbClr val="334155"/>
                </a:solidFill>
                <a:latin typeface="Calibri"/>
              </a:rPr>
              <a:t>Second level</a:t>
            </a:r>
          </a:p>
          <a:p>
            <a:pPr lvl="2" algn="l"/>
            <a:r>
              <a:rPr lang="en-US" smtClean="0" sz="1900" b="0">
                <a:solidFill>
                  <a:srgbClr val="334155"/>
                </a:solidFill>
                <a:latin typeface="Calibri"/>
              </a:rPr>
              <a:t>Third level</a:t>
            </a:r>
          </a:p>
          <a:p>
            <a:pPr lvl="3" algn="l"/>
            <a:r>
              <a:rPr lang="en-US" smtClean="0" sz="1900" b="0">
                <a:solidFill>
                  <a:srgbClr val="334155"/>
                </a:solidFill>
                <a:latin typeface="Calibri"/>
              </a:rPr>
              <a:t>Fourth level</a:t>
            </a:r>
          </a:p>
          <a:p>
            <a:pPr lvl="4" algn="l"/>
            <a:r>
              <a:rPr lang="en-US" smtClean="0" sz="1900" b="0">
                <a:solidFill>
                  <a:srgbClr val="334155"/>
                </a:solidFill>
                <a:latin typeface="Calibri"/>
              </a:rPr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F172A"/>
                </a:solidFill>
                <a:latin typeface="Calibri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2000" b="0">
                <a:solidFill>
                  <a:srgbClr val="334155"/>
                </a:solidFill>
                <a:latin typeface="Calibri"/>
              </a:rPr>
              <a:t>Subtitle or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3657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6202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Acme Corp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Section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900" b="0">
                <a:solidFill>
                  <a:srgbClr val="334155"/>
                </a:solidFill>
                <a:latin typeface="Calibri"/>
              </a:rPr>
              <a:t>First key point</a:t>
            </a:r>
          </a:p>
          <a:p>
            <a:pPr algn="l"/>
            <a:r>
              <a:rPr sz="1900" b="0">
                <a:solidFill>
                  <a:srgbClr val="334155"/>
                </a:solidFill>
                <a:latin typeface="Calibri"/>
              </a:rPr>
              <a:t>Second key point</a:t>
            </a:r>
          </a:p>
          <a:p>
            <a:pPr algn="l"/>
            <a:r>
              <a:rPr sz="1900" b="0">
                <a:solidFill>
                  <a:srgbClr val="334155"/>
                </a:solidFill>
                <a:latin typeface="Calibri"/>
              </a:rPr>
              <a:t>Third key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3657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6202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Acme Corp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