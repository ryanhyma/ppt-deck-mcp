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1874519"/>
            <a:ext cx="10515600" cy="1737360"/>
          </a:xfrm>
        </p:spPr>
        <p:txBody>
          <a:bodyPr wrap="square"/>
          <a:lstStyle/>
          <a:p>
            <a:pPr algn="l"/>
            <a:r>
              <a:rPr lang="en-US" smtClean="0" sz="4400" b="1">
                <a:solidFill>
                  <a:srgbClr val="1F3864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749039"/>
            <a:ext cx="10515600" cy="1097280"/>
          </a:xfrm>
        </p:spPr>
        <p:txBody>
          <a:bodyPr wrap="square"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smtClean="0" sz="2000" b="0">
                <a:solidFill>
                  <a:srgbClr val="5A5A5A"/>
                </a:solidFill>
                <a:latin typeface="Calibri"/>
              </a:rPr>
              <a:t>Click to edit Master subtitle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11480"/>
            <a:ext cx="10515600" cy="868680"/>
          </a:xfrm>
        </p:spPr>
        <p:txBody>
          <a:bodyPr wrap="square"/>
          <a:lstStyle/>
          <a:p>
            <a:pPr algn="l"/>
            <a:r>
              <a:rPr lang="en-US" smtClean="0" sz="3000" b="1">
                <a:solidFill>
                  <a:srgbClr val="1F3864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417320"/>
            <a:ext cx="10515600" cy="4480560"/>
          </a:xfrm>
        </p:spPr>
        <p:txBody>
          <a:bodyPr wrap="square"/>
          <a:lstStyle/>
          <a:p>
            <a:pPr lvl="0" algn="l"/>
            <a:r>
              <a:rPr lang="en-US" smtClean="0" sz="1900" b="0">
                <a:solidFill>
                  <a:srgbClr val="333333"/>
                </a:solidFill>
                <a:latin typeface="Calibri"/>
              </a:rPr>
              <a:t>Click to edit Master text styles</a:t>
            </a:r>
          </a:p>
          <a:p>
            <a:pPr lvl="1" algn="l"/>
            <a:r>
              <a:rPr lang="en-US" smtClean="0" sz="1900" b="0">
                <a:solidFill>
                  <a:srgbClr val="333333"/>
                </a:solidFill>
                <a:latin typeface="Calibri"/>
              </a:rPr>
              <a:t>Second level</a:t>
            </a:r>
          </a:p>
          <a:p>
            <a:pPr lvl="2" algn="l"/>
            <a:r>
              <a:rPr lang="en-US" smtClean="0" sz="1900" b="0">
                <a:solidFill>
                  <a:srgbClr val="333333"/>
                </a:solidFill>
                <a:latin typeface="Calibri"/>
              </a:rPr>
              <a:t>Third level</a:t>
            </a:r>
          </a:p>
          <a:p>
            <a:pPr lvl="3" algn="l"/>
            <a:r>
              <a:rPr lang="en-US" smtClean="0" sz="1900" b="0">
                <a:solidFill>
                  <a:srgbClr val="333333"/>
                </a:solidFill>
                <a:latin typeface="Calibri"/>
              </a:rPr>
              <a:t>Fourth level</a:t>
            </a:r>
          </a:p>
          <a:p>
            <a:pPr lvl="4" algn="l"/>
            <a:r>
              <a:rPr lang="en-US" smtClean="0" sz="1900" b="0">
                <a:solidFill>
                  <a:srgbClr val="333333"/>
                </a:solidFill>
                <a:latin typeface="Calibri"/>
              </a:rPr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Subtitle or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91695" cy="3657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30936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A6"/>
                </a:solidFill>
                <a:latin typeface="Calibri"/>
              </a:rPr>
              <a:t>Acme Corp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key point</a:t>
            </a:r>
          </a:p>
          <a:p>
            <a:pPr/>
            <a:r>
              <a:t>Second key point</a:t>
            </a:r>
          </a:p>
          <a:p>
            <a:pPr/>
            <a:r>
              <a:t>Third key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91695" cy="3657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30936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A6"/>
                </a:solidFill>
                <a:latin typeface="Calibri"/>
              </a:rPr>
              <a:t>Acme Corp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